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Outage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r>
                        <a:t>partner_name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outage_type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total_downtime_per_partner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SwiftHaul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MegaTrans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