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43264"/>
                </a:solidFill>
              </a:defRPr>
            </a:pPr>
            <a:r>
              <a:t>Partner Outage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05050"/>
                </a:solidFill>
              </a:defRPr>
            </a:pPr>
            <a:r>
              <a:t>Generated automatically using LLM-powered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43264"/>
                </a:solidFill>
              </a:defRPr>
            </a:pPr>
            <a:r>
              <a:t>BlueRoute Express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Unexpected power failure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SFTP server down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File transmission failure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VPN connectivity issue - affected B2B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3264"/>
                </a:solidFill>
              </a:defRPr>
            </a:pPr>
            <a:r>
              <a:t>BlueRoute Express — Outage Reason Distribution</a:t>
            </a:r>
          </a:p>
        </p:txBody>
      </p:sp>
      <p:pic>
        <p:nvPicPr>
          <p:cNvPr id="4" name="Picture 3" descr="BlueRoute Expres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43264"/>
                </a:solidFill>
              </a:defRPr>
            </a:pPr>
            <a:r>
              <a:t>FastLink Shipping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SFTP server down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Firewall blocking outbound connections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System maintenance window extension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Database server unresponsive - affected B2B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3264"/>
                </a:solidFill>
              </a:defRPr>
            </a:pPr>
            <a:r>
              <a:t>FastLink Shipping — Outage Reason Distribution</a:t>
            </a:r>
          </a:p>
        </p:txBody>
      </p:sp>
      <p:pic>
        <p:nvPicPr>
          <p:cNvPr id="4" name="Picture 3" descr="FastLink Shipp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43264"/>
                </a:solidFill>
              </a:defRPr>
            </a:pPr>
            <a:r>
              <a:t>GlobalFreight Connect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Network latency affecting EDI flow - caused delays in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Unexpected power failure in data center - disrupted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Network latency impacting EDI flow - caused delays in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File transmission failure to E2Open - hindered B2B 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3264"/>
                </a:solidFill>
              </a:defRPr>
            </a:pPr>
            <a:r>
              <a:t>GlobalFreight Connect — Outage Reason Distribution</a:t>
            </a:r>
          </a:p>
        </p:txBody>
      </p:sp>
      <p:pic>
        <p:nvPicPr>
          <p:cNvPr id="4" name="Picture 3" descr="GlobalFreight Connec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43264"/>
                </a:solidFill>
              </a:defRPr>
            </a:pPr>
            <a:r>
              <a:t>OmniCargo Solutions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Unexpected power failure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Database server unresponsive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Message queue congestion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Certificate validation failure - affected B2B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3264"/>
                </a:solidFill>
              </a:defRPr>
            </a:pPr>
            <a:r>
              <a:t>OmniCargo Solutions — Outage Reason Distribution</a:t>
            </a:r>
          </a:p>
        </p:txBody>
      </p:sp>
      <p:pic>
        <p:nvPicPr>
          <p:cNvPr id="4" name="Picture 3" descr="OmniCargo Solution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43264"/>
                </a:solidFill>
              </a:defRPr>
            </a:pPr>
            <a:r>
              <a:t>TransEdge Logistics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Unexpected power failure - affected B2B communication</a:t>
            </a:r>
          </a:p>
          <a:p>
            <a:pPr algn="l"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• Firewall blocking connections - disrupted external system interactions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Confidential — Internal Use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3264"/>
                </a:solidFill>
              </a:defRPr>
            </a:pPr>
            <a:r>
              <a:t>TransEdge Logistics — Outage Reason Distribution</a:t>
            </a:r>
          </a:p>
        </p:txBody>
      </p:sp>
      <p:pic>
        <p:nvPicPr>
          <p:cNvPr id="4" name="Picture 3" descr="TransEdge Logist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