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Outage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48640">
                <a:tc>
                  <a:txBody>
                    <a:bodyPr/>
                    <a:lstStyle/>
                    <a:p>
                      <a:r>
                        <a:t>partner_name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total_outages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SwiftHaul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MegaTrans 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TransGlobe 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ExpressLine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